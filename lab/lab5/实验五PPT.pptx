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2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7582" autoAdjust="0"/>
  </p:normalViewPr>
  <p:slideViewPr>
    <p:cSldViewPr snapToGrid="0">
      <p:cViewPr varScale="1">
        <p:scale>
          <a:sx n="66" d="100"/>
          <a:sy n="66" d="100"/>
        </p:scale>
        <p:origin x="12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47333"/>
            <a:ext cx="9144000" cy="2387600"/>
          </a:xfrm>
        </p:spPr>
        <p:txBody>
          <a:bodyPr/>
          <a:lstStyle/>
          <a:p>
            <a:r>
              <a:rPr lang="zh-CN" altLang="en-US"/>
              <a:t>计算机网络第五次实验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TCP/UDP</a:t>
            </a:r>
            <a:r>
              <a:rPr lang="zh-CN" altLang="en-US" dirty="0">
                <a:sym typeface="+mn-ea"/>
              </a:rPr>
              <a:t>报文段分析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TCP</a:t>
            </a:r>
            <a:r>
              <a:rPr lang="zh-CN" altLang="en-US"/>
              <a:t>报文段结构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44310" y="1421765"/>
            <a:ext cx="5049520" cy="18192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1180" y="1421765"/>
            <a:ext cx="573405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源端口、目标端口：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计算机上的进程要和其他进程通信是要通过计算机端口的，而一个计算机端口某个时刻只能被一个进程占用，所以通过指定源端口和目标端口，就可以知道是哪两个进程通信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序列号：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表示本报文段所发送数据的第一个字节的编号。在 TCP 连接中所传送的字节流的每一个字节都会按顺序编号。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确认号：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表示接收方期望收到发送方下一个报文段的第一个字节数据的编号。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TCP首部长度：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由于 TCP 首部包含一个长度可变的选项部分，所以需要一个值来指定这个 TCP 报文段到底有多长。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URG：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表示本报文段中发送的数据是否包含紧急数据。URG=1，表示有紧急数据。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ACK：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表示是否前面的确认号字段是否有效。ACK=1表示有效。TCP 规定，连接建立后，ACK 必须为 1。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PSH：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告诉对方收到该报文段后是否应该立即把数据推送给上层。如果为 1，则表示对方应当立即把数据提交给上层而不是缓存起来。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RST：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只有当 RST=1 时才有用。如果你收到一个 RST=1 的报文，说明你与主机的连接出现了严重错误（如主机崩溃），必须释放连接，然后再重新建立连接。或者说明你上次发送给主机的数据有问题，主机拒绝响应。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SYN：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在建立连接时使用，用来同步序号。当 SYN=1，ACK=0 时，表示这是一个请求建立连接的报文段；当 SYN=1，ACK=1 时，表示对方同意建立连接。SYN=1，说明这是一个请求建立连接或同意建立连接的报文。只有在前两次握手中 SYN 才置为 1。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FIN：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标记数据是否发送完毕。如果 FIN=1表示已经结束数据传输。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窗口大小：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表示现在运行对方发送的数据量。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校验和：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提供额外的可靠性。具体如何校验，参考其他资料。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紧急指针：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标记紧急数据在数据字段中的位置。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选项部分：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其最大长度可根据 TCP 首部长度进行推算。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UDP</a:t>
            </a:r>
            <a:r>
              <a:rPr lang="zh-CN" altLang="en-US" dirty="0"/>
              <a:t>报文段结构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51180" y="1421765"/>
            <a:ext cx="57340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源端口、目标端口：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TCP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长度：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UDP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报文段的字节数。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检验和：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提供差错检测功能，值是报文段中所有其他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比特字的和的反码。在接收方若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UDP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报文段的所有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比特字（包括检验和）的和不是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1111111111111111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）则包含差错。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682" y="1690688"/>
            <a:ext cx="4265642" cy="11116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本次实验要点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批量捕获</a:t>
            </a:r>
            <a:r>
              <a:rPr lang="en-US" altLang="zh-CN" dirty="0"/>
              <a:t>TCP</a:t>
            </a:r>
            <a:r>
              <a:rPr lang="zh-CN" altLang="en-US" dirty="0"/>
              <a:t>和</a:t>
            </a:r>
            <a:r>
              <a:rPr lang="en-US" altLang="zh-CN" dirty="0"/>
              <a:t>UDP</a:t>
            </a:r>
            <a:r>
              <a:rPr lang="zh-CN" altLang="en-US" dirty="0"/>
              <a:t>传输内容</a:t>
            </a:r>
            <a:endParaRPr lang="zh-CN" altLang="en-US" dirty="0"/>
          </a:p>
          <a:p>
            <a:r>
              <a:rPr lang="zh-CN" altLang="en-US" dirty="0"/>
              <a:t>查看捕获结果并分析</a:t>
            </a:r>
            <a:endParaRPr lang="zh-CN" altLang="en-US" dirty="0"/>
          </a:p>
          <a:p>
            <a:r>
              <a:rPr lang="zh-CN" altLang="en-US" dirty="0"/>
              <a:t>熟悉</a:t>
            </a:r>
            <a:r>
              <a:rPr lang="en-US" altLang="zh-CN" dirty="0"/>
              <a:t>TCP</a:t>
            </a:r>
            <a:r>
              <a:rPr lang="zh-CN" altLang="en-US" dirty="0"/>
              <a:t>和</a:t>
            </a:r>
            <a:r>
              <a:rPr lang="en-US" altLang="zh-CN" dirty="0"/>
              <a:t>UDP</a:t>
            </a:r>
            <a:r>
              <a:rPr lang="zh-CN" altLang="en-US" dirty="0"/>
              <a:t>报文各个字段的含义以及内容</a:t>
            </a:r>
            <a:endParaRPr lang="en-US" altLang="zh-CN" dirty="0"/>
          </a:p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截图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说明。根据自己实际情况进行回答即可</a:t>
            </a:r>
            <a:endParaRPr lang="en-US" altLang="zh-CN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865,&quot;width&quot;:934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979</Words>
  <Application>WPS 演示</Application>
  <PresentationFormat>宽屏</PresentationFormat>
  <Paragraphs>35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黑体</vt:lpstr>
      <vt:lpstr>微软雅黑</vt:lpstr>
      <vt:lpstr>Calibri</vt:lpstr>
      <vt:lpstr>Arial Unicode MS</vt:lpstr>
      <vt:lpstr>Office 主题</vt:lpstr>
      <vt:lpstr>计算机网络第五次实验</vt:lpstr>
      <vt:lpstr>TCP报文段结构</vt:lpstr>
      <vt:lpstr>UDP报文段结构</vt:lpstr>
      <vt:lpstr>本次实验要点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计算机网络第五次实验</dc:title>
  <dc:creator/>
  <cp:lastModifiedBy>周烩君</cp:lastModifiedBy>
  <cp:revision>28</cp:revision>
  <dcterms:created xsi:type="dcterms:W3CDTF">2021-11-18T07:48:00Z</dcterms:created>
  <dcterms:modified xsi:type="dcterms:W3CDTF">2025-11-05T10:56:10Z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D25251CB06F240F79B133B693F6C404F</vt:lpwstr>
  </property>
  <property fmtid="{D5CDD505-2E9C-101B-9397-08002B2CF9AE}" pid="3" name="KSOProductBuildVer">
    <vt:lpwstr>2052-12.1.0.23125</vt:lpwstr>
  </property>
</Properties>
</file>